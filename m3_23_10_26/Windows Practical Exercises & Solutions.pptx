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JetBrains Mono"/>
      <p:bold r:id="rId17"/>
    </p:embeddedFont>
    <p:embeddedFont>
      <p:font typeface="Plus Jakarta Sans"/>
      <p: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25280"/>
            <a:ext cx="200025" cy="228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075" y="4644330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004119"/>
            <a:ext cx="11430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8BDF8"/>
                </a:solidFill>
                <a:latin typeface="Plus Jakarta Sans"/>
              </a:rPr>
              <a:t>ΕΡΓΑΣΤΗΡΙΑΚΌΣ ΟΔΗΓΌΣ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37494"/>
            <a:ext cx="9301162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sz="4050" b="1" i="0" u="none">
                <a:solidFill>
                  <a:srgbClr val="F8FAFC"/>
                </a:solidFill>
                <a:latin typeface="Plus Jakarta Sans"/>
              </a:rPr>
              <a:t>13 Πρακτικές Ασκήσεις με Αναλυτικές Λύσεις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710880"/>
            <a:ext cx="7334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Συντομεύσεις πληκτρολογίου, Task Manager, Εξερεύνηση αρχείων, αναζήτηση, οργάνωση φακέλων και πληροφορίες συστήματος.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4639567"/>
            <a:ext cx="14097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Windows 10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9875" y="4639567"/>
            <a:ext cx="21505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13 Ασκήσεις Εξάσκησης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574875"/>
            <a:ext cx="5761732" cy="2594074"/>
          </a:xfrm>
          <a:prstGeom prst="roundRect">
            <a:avLst>
              <a:gd name="adj" fmla="val 5874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82383" y="3213050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924204" y="4565153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87532" y="4565153"/>
            <a:ext cx="933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1: ΠΛΗΡΟΦΟΡΊΕΣ ΣΥΣΤΉΜΑΤΟΣ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1: Επεξεργαστής, RAM &amp; Έκδοση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Εντοπίστε το ακριβές μοντέλο επεξεργαστή, το μέγεθος της μνήμης RAM και την έκδοση του λειτουργικού συστήματος.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2889200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213050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Συντόμευση: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για άνοιγμα Ρυθμίσεων.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616821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Διαδρομή: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Επιλέξτε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Σύστημα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και έπειτα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Πληροφορίες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3971032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Προδιαγραφές: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Διαβάστε Επεξεργαστή, RAM και Έκδοση Windows.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565153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369A1"/>
                </a:solidFill>
                <a:latin typeface="Plus Jakarta Sans"/>
              </a:rPr>
              <a:t>Εναλλακτική:</a:t>
            </a:r>
            <a:r>
              <a:rPr sz="1350" b="0" i="0" u="none">
                <a:solidFill>
                  <a:srgbClr val="0369A1"/>
                </a:solidFill>
                <a:latin typeface="Plus Jakarta Sans"/>
              </a:rPr>
              <a:t> Πατήστε και εκτελέστε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204" y="2880242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Win + 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7597" y="4340129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Win +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502" y="4565153"/>
            <a:ext cx="1066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msinfo32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451050"/>
            <a:ext cx="5761732" cy="2841575"/>
          </a:xfrm>
          <a:prstGeom prst="roundRect">
            <a:avLst>
              <a:gd name="adj" fmla="val 53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7455" y="3089225"/>
            <a:ext cx="1885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2: ΔΙΑΧΕΊΡΙΣΗ ΕΡΓΑΣΙΏΝ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2: Εκκίνηση Task Manager &amp; Έλεγχος Πόρων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Ανοίξτε άμεσα τη Διαχείριση Εργασιών με συντόμευση πληκτρολογίου και καταγράψτε τη χρήση CPU και RAM σε πραγματικό χρόνο.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4992" y="2765375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3089225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Άμεση συντόμευση: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512046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Προβολή: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«Περισσότερες λεπτομέρειες» αν είναι σε compact mode.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4125217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Καρτέλα Επιδόσεις: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Επιλέξτε την καρτέλα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Επιδόσεις (Performance)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4738389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Μέτρηση: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Καταγράψτε τα ποσοστά δέσμευσης σε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CPU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και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Μνήμη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3655" y="3117800"/>
            <a:ext cx="2205037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Shift + Esc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521446"/>
            <a:ext cx="5761732" cy="2700783"/>
          </a:xfrm>
          <a:prstGeom prst="roundRect">
            <a:avLst>
              <a:gd name="adj" fmla="val 56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8652" y="3159621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34992" y="3449091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37921" y="3871912"/>
            <a:ext cx="1885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2: ΔΙΑΧΕΊΡΙΣΗ ΕΡΓΑΣΙΏΝ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3: Τερματισμός Μη Αποκρινόμενης Εφαρμογής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Ανοίξτε το Σημειωματάριο (Notepad) και τερματίστε τη λειτουργία του αποκλειστικά μέσω του Task Manager.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2835771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159621"/>
            <a:ext cx="522833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Άνοιγμα εφαρμογής: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και πληκτρολογήστε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871912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Task Manager: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Ανοίξτε με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294733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Εντοπισμός: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Στην καρτέλα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Διεργασίες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, βρείτε το «Σημειωματάριο».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667994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Τερματισμός: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Κάντε κλικ και πατήστε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Τέλος εργασίας (End Task)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6202" y="3007221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Win +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192" y="3477666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notepad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121" y="3900487"/>
            <a:ext cx="2205037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Shift + Esc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331094"/>
            <a:ext cx="5761732" cy="3081486"/>
          </a:xfrm>
          <a:prstGeom prst="roundRect">
            <a:avLst>
              <a:gd name="adj" fmla="val 494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78825" y="2969269"/>
            <a:ext cx="1885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2: ΔΙΑΧΕΊΡΙΣΗ ΕΡΓΑΣΙΏΝ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4: Έλεγχος Εφαρμογών Εκκίνησης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Εντοπίστε ποιες εφαρμογές ξεκινούν αυτόματα με το boot των Windows και εξετάστε την επίπτωσή τους στην ταχύτητα εκκίνησης.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4992" y="2645419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2969269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Εκκίνηση: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Ανοίξτε τον Task Manager με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392090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Ενότητα: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Μεταβείτε στην καρτέλα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Εφαρμογές εκκίνησης (Startup apps)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4005262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Κατάσταση: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Ελέγξτε τις τιμές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Ενεργοποιημένη / Απενεργοποιημένη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4618434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Επίπτωση: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Εξετάστε τη στήλη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Επίδραση εκκίνησης (Startup impact)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5025" y="2997844"/>
            <a:ext cx="2205037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Shift + Esc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1787"/>
            <a:ext cx="4906267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546300"/>
            <a:ext cx="5761732" cy="2651224"/>
          </a:xfrm>
          <a:prstGeom prst="roundRect">
            <a:avLst>
              <a:gd name="adj" fmla="val 574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48439" y="3184475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25545" y="4593728"/>
            <a:ext cx="1695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3: ΕΞΕΡΕΎΝΗΣΗ ΑΡΧΕΊΩΝ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5: Άνοιγμα Εξερεύνησης &amp; Προβολή Λεπτομερειών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86112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471862"/>
            <a:ext cx="4372867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Ανοίξτε την Εξερεύνηση Αρχείων με συντόμευση και αλλάξτε την προβολή στα Έγγραφα σε «Λεπτομέρειες» για εμφάνιση μεγέθους και ημερομηνίας.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2860625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184475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Συντόμευση εξερεύνησης: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607296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Πλοήγηση: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Μεταβείτε στον φάκελο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Έγγραφα (Documents)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980557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Αλλαγή προβολής: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Επιλέξτε από το μενού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Προβολή &gt; Λεπτομέρειες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593728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369A1"/>
                </a:solidFill>
                <a:latin typeface="Plus Jakarta Sans"/>
              </a:rPr>
              <a:t>Άμεσο πλήκτρο:</a:t>
            </a:r>
            <a:r>
              <a:rPr sz="1350" b="0" i="0" u="none">
                <a:solidFill>
                  <a:srgbClr val="0369A1"/>
                </a:solidFill>
                <a:latin typeface="Plus Jakarta Sans"/>
              </a:rPr>
              <a:t> Εναλλακτικά πατήστε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4639" y="3213050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Win +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1745" y="4622303"/>
            <a:ext cx="1966912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Shift + 6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7493"/>
            <a:ext cx="4906267" cy="2128837"/>
          </a:xfrm>
          <a:prstGeom prst="roundRect">
            <a:avLst>
              <a:gd name="adj" fmla="val 71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210990"/>
            <a:ext cx="5761732" cy="3321694"/>
          </a:xfrm>
          <a:prstGeom prst="roundRect">
            <a:avLst>
              <a:gd name="adj" fmla="val 458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589037" y="3688556"/>
            <a:ext cx="1314450" cy="3048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67063" y="3688556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209079" y="4002881"/>
            <a:ext cx="552450" cy="3048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3925" y="4317206"/>
            <a:ext cx="838200" cy="304800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55235" y="2849165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19243" y="3252936"/>
            <a:ext cx="1695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471398" y="3946177"/>
            <a:ext cx="552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4428" y="4235648"/>
            <a:ext cx="552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66348" y="4639419"/>
            <a:ext cx="552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34992" y="4928889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3: ΔΟΜΉ &amp; ΟΡΓΆΝΩΣΗ ΦΑΚΈΛΩΝ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6: Δημιουργία Ιεραρχίας Εμφωλευμένων Φακέλων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121818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3407568"/>
            <a:ext cx="4372867" cy="1214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 dirty="0" err="1">
                <a:solidFill>
                  <a:srgbClr val="1E293B"/>
                </a:solidFill>
                <a:latin typeface="Plus Jakarta Sans"/>
              </a:rPr>
              <a:t>Στην</a:t>
            </a:r>
            <a:r>
              <a:rPr sz="1425" b="1" i="0" u="none" dirty="0">
                <a:solidFill>
                  <a:srgbClr val="1E293B"/>
                </a:solidFill>
                <a:latin typeface="Plus Jakarta Sans"/>
              </a:rPr>
              <a:t> Επ</a:t>
            </a:r>
            <a:r>
              <a:rPr sz="1425" b="1" i="0" u="none" dirty="0" err="1">
                <a:solidFill>
                  <a:srgbClr val="1E293B"/>
                </a:solidFill>
                <a:latin typeface="Plus Jakarta Sans"/>
              </a:rPr>
              <a:t>ιφάνει</a:t>
            </a:r>
            <a:r>
              <a:rPr sz="1425" b="1" i="0" u="none" dirty="0">
                <a:solidFill>
                  <a:srgbClr val="1E293B"/>
                </a:solidFill>
                <a:latin typeface="Plus Jakarta Sans"/>
              </a:rPr>
              <a:t>α Εργασίας δημιουργήστε τον φάκελο με υποφακέλους και . </a:t>
            </a:r>
            <a:r>
              <a:rPr sz="1425" b="1" i="0" u="none" dirty="0" err="1">
                <a:solidFill>
                  <a:srgbClr val="1E293B"/>
                </a:solidFill>
                <a:latin typeface="Plus Jakarta Sans"/>
              </a:rPr>
              <a:t>Μέσ</a:t>
            </a:r>
            <a:r>
              <a:rPr sz="1425" b="1" i="0" u="none" dirty="0">
                <a:solidFill>
                  <a:srgbClr val="1E293B"/>
                </a:solidFill>
                <a:latin typeface="Plus Jakarta Sans"/>
              </a:rPr>
              <a:t>α στο Data δημιουργήστε το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4992" y="2525315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5405" y="3956446"/>
            <a:ext cx="14906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Project_2026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1598" y="4267665"/>
            <a:ext cx="685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3952" y="4267665"/>
            <a:ext cx="6858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1077" y="4612480"/>
            <a:ext cx="9715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Backups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4992" y="2849165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Επιφάνεια Εργασίας: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7367" y="3083341"/>
            <a:ext cx="522833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Ριζικός φάκελος: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&gt; ονομάστε 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4992" y="3946177"/>
            <a:ext cx="522833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Πρώτο επίπεδο: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Είσοδος &gt; δημιουργήστε τους φακέλους και 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4992" y="4639419"/>
            <a:ext cx="522833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Εμφώλευση: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Είσοδος στο &gt; δημιουργήστε τον φάκελο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435" y="2877740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Win +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5443" y="3281511"/>
            <a:ext cx="1966912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Shift + 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7667" y="3098677"/>
            <a:ext cx="1490662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Project_2026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7598" y="3974752"/>
            <a:ext cx="685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Docs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628" y="4264223"/>
            <a:ext cx="685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43347" y="4496543"/>
            <a:ext cx="685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192" y="4957464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Backups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1787"/>
            <a:ext cx="4906267" cy="200025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405360"/>
            <a:ext cx="5761732" cy="2933104"/>
          </a:xfrm>
          <a:prstGeom prst="roundRect">
            <a:avLst>
              <a:gd name="adj" fmla="val 5195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4776" y="3637657"/>
            <a:ext cx="1219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98943" y="3637657"/>
            <a:ext cx="552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87319" y="3927127"/>
            <a:ext cx="1219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75810" y="4330898"/>
            <a:ext cx="933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281195" y="4734669"/>
            <a:ext cx="933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3: ΔΙΑΧΕΊΡΙΣΗ ΑΡΧΕΊΩΝ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7: Ασυνεχής Επιλογή &amp; Μετακίνηση Αρχείων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186112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471862"/>
            <a:ext cx="4372867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Στον φάκελο Docs φτιάξτε 3 αρχεία (report1.txt, report2.txt, notes.txt). Επιλέξτε τα δύο reports μαζί και μετακινήστε τα στο Data χωρίς το notes.txt.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2719685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3043535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Δημιουργία αρχείων: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Δεξί κλικ &gt;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Δημιουργία &gt; Έγγραφο κειμένου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3637657"/>
            <a:ext cx="5228332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Επιλεκτική επιλογή: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Κλικ στο + πατημένο + κλικ στο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4992" y="4330898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Αποκοπή: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4992" y="4734669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Επικόλληση: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Μεταβείτε στον φάκελο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και πατήστε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5733" y="3478634"/>
            <a:ext cx="13716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report1.txt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1090" y="3478634"/>
            <a:ext cx="685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Ctrl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4307" y="3637657"/>
            <a:ext cx="13716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report2.txt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2010" y="4359473"/>
            <a:ext cx="1066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7395" y="4763244"/>
            <a:ext cx="1066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546300"/>
            <a:ext cx="5761732" cy="2651224"/>
          </a:xfrm>
          <a:prstGeom prst="roundRect">
            <a:avLst>
              <a:gd name="adj" fmla="val 574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84852" y="3557736"/>
            <a:ext cx="933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70851" y="3557736"/>
            <a:ext cx="361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83799" y="3980557"/>
            <a:ext cx="6477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4: ΑΝΑΖΉΤΗΣΗ ΑΡΧΕΊΩΝ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8: Αναζήτηση με Χαρακτήρες-Μπαλαντέρ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Εντοπίστε όλα τα αρχεία εικόνας μορφής .png μέσα στον φάκελο «Εικόνες» (Pictures) χρησιμοποιώντας το πεδίο αναζήτησης.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2860625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184475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Μετάβαση: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Ανοίξτε τον φάκελο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Εικόνες (Pictures)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557736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Εστίαση αναζήτησης: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ή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3980557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Σύνταξη μπαλαντέρ: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Πληκτρολογήστε τον όρο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403377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Εκτέλεση: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Enter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για φιλτράρισμα αποκλειστικά αρχείων PNG.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1052" y="3586311"/>
            <a:ext cx="1066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7051" y="3586311"/>
            <a:ext cx="4953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F3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9999" y="4009132"/>
            <a:ext cx="7810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*.png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612975"/>
            <a:ext cx="5761732" cy="2517874"/>
          </a:xfrm>
          <a:prstGeom prst="roundRect">
            <a:avLst>
              <a:gd name="adj" fmla="val 605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34992" y="3864322"/>
            <a:ext cx="4171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34992" y="4527053"/>
            <a:ext cx="33147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4: ΑΝΑΖΉΤΗΣΗ ΑΡΧΕΊΩΝ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9: Σύνθετη Αναζήτηση με Φίλτρα Μεγέθους &amp; Ημερομηνίας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Αναζητήστε στον τοπικό δίσκο C: όλα τα αρχεία που τροποποιήθηκαν φέτος και ξεπερνούν σε μέγεθος τα 50 MB.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2927300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251150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Τοποθεσία: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Επιλέξτε τον τοπικό δίσκο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C: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στην Εξερεύνηση.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624411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Ελληνικά Windows: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Πληκτρολογήστε στο search bar:</a:t>
            </a:r>
            <a: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4287142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Αγγλικά Windows: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Αντίστοιχα χρησιμοποιήστε:</a:t>
            </a:r>
            <a:r>
              <a:t>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1192" y="3892897"/>
            <a:ext cx="5062537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 err="1">
                <a:solidFill>
                  <a:srgbClr val="0284C7"/>
                </a:solidFill>
                <a:latin typeface="JetBrains Mono"/>
              </a:rPr>
              <a:t>μέγεθος</a:t>
            </a: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:&gt;50MB </a:t>
            </a:r>
            <a:r>
              <a:rPr sz="1200" b="1" i="0" u="none" dirty="0" err="1">
                <a:solidFill>
                  <a:srgbClr val="0284C7"/>
                </a:solidFill>
                <a:latin typeface="JetBrains Mono"/>
              </a:rPr>
              <a:t>ημερομηνί</a:t>
            </a: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ατροποποίησης:φέτος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192" y="4555628"/>
            <a:ext cx="3990975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size:&gt;50MB </a:t>
            </a:r>
            <a:r>
              <a:rPr sz="1200" b="1" i="0" u="none" dirty="0" err="1">
                <a:solidFill>
                  <a:srgbClr val="0284C7"/>
                </a:solidFill>
                <a:latin typeface="JetBrains Mono"/>
              </a:rPr>
              <a:t>datemodified:this</a:t>
            </a: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 year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475904"/>
            <a:ext cx="5761732" cy="2792015"/>
          </a:xfrm>
          <a:prstGeom prst="roundRect">
            <a:avLst>
              <a:gd name="adj" fmla="val 5458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5: ΣΥΝΤΟΜΕΎΣΕΙΣ ΑΡΧΕΊΩΝ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10: Δημιουργία Συντόμευσης στην Επιφάνεια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Δημιουργήστε στην Επιφάνεια Εργασίας μία συντόμευση για τον φάκελο Data που βρίσκεται μέσα στο Project_2026.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4992" y="2790229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4992" y="3114079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Εντοπισμός: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Βρείτε τον φάκελο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μέσα στο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Project_2026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3487340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Επιλογή μενού: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Κάντε δεξί κλικ πάνω στον φάκελο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860601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Αποστολή: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Επιλέξτε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Αποστολή προς &gt; Επιφάνεια εργασίας (δημιουργία συντόμευσης)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4473773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Επαλήθευση: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Ελέγξτε την Επιφάνεια για το εικονίδιο με το βέλος συντόμευσης.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454919"/>
            <a:ext cx="5761732" cy="2833985"/>
          </a:xfrm>
          <a:prstGeom prst="roundRect">
            <a:avLst>
              <a:gd name="adj" fmla="val 537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88597" y="4041427"/>
            <a:ext cx="266700" cy="289470"/>
          </a:xfrm>
          <a:prstGeom prst="roundRect">
            <a:avLst>
              <a:gd name="adj" fmla="val 21428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34992" y="4685109"/>
            <a:ext cx="15049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5: ΣΥΝΤΟΜΕΎΣΕΙΣ ΑΡΧΕΊΩΝ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11: Ανάθεση Πλήκτρου Συντόμευσης (Hot-Key)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Ορίστε τη συντόμευση του φακέλου Data στην Επιφάνεια Εργασίας ώστε να ανοίγει αυτόματα πατώντας Ctrl + Alt + 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4992" y="2769244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3093094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Ιδιότητες: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Δεξί κλικ στη συντόμευση Data &gt;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Ιδιότητες (Properties)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447305"/>
            <a:ext cx="6057007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Καρτέλα: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Μεταβείτε στην καρτέλα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Συντόμευση (Shortcut)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801516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Ορισμός πλήκτρου: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Κλικ στο πεδίο </a:t>
            </a:r>
            <a:r>
              <a:rPr sz="1350" b="0" i="1" u="none">
                <a:solidFill>
                  <a:srgbClr val="0F172A"/>
                </a:solidFill>
                <a:latin typeface="Plus Jakarta Sans"/>
              </a:rPr>
              <a:t>Πλήκτρο συντόμευσης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και πατήστε το γράμμα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445198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Εφαρμογή: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Εφαρμογή &gt; OK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και δοκιμάστε το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4797" y="4070002"/>
            <a:ext cx="4000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192" y="4713684"/>
            <a:ext cx="1728787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Ctrl + Alt + 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190154"/>
            <a:ext cx="5761732" cy="3363366"/>
          </a:xfrm>
          <a:prstGeom prst="roundRect">
            <a:avLst>
              <a:gd name="adj" fmla="val 4531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95767" y="2828329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27467" y="3472011"/>
            <a:ext cx="93345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14804" y="4115692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6: ΒΑΣΙΚΈΣ ΣΥΝΤΟΜΕΎΣΕΙΣ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12: Ιστορικό Προχείρου (Clipboard History)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Ενεργοποιήστε το Ιστορικό Προχείρου, αντιγράψτε δύο διαδοχικά κείμενα και ανακτήστε το παλαιότερο χωρίς εκ νέου αντιγραφή.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2504479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2828329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Ενεργοποίηση προχείρου: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και επιλέξτε </a:t>
            </a:r>
            <a:r>
              <a:rPr sz="1350" b="1" i="0" u="none">
                <a:solidFill>
                  <a:srgbClr val="0F172A"/>
                </a:solidFill>
                <a:latin typeface="Plus Jakarta Sans"/>
              </a:rPr>
              <a:t>Ενεργοποίηση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472011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Διαδοχική αντιγραφή: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Αντιγράψτε με πρώτα το «Κείμενο 1» και έπειτα το «Κείμενο 2».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115692"/>
            <a:ext cx="5228332" cy="529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Ανάκτηση ιστορικού: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ξανά για να ανοίξει η λίστα.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759374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Επικόλληση: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Κάντε κλικ στο παλαιότερο «Κείμενο 1» για να επικολληθεί.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408" y="2691620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Win +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6929" y="3298700"/>
            <a:ext cx="106680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Ctrl +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7720" y="4005187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0284C7"/>
                </a:solidFill>
                <a:latin typeface="JetBrains Mono"/>
              </a:rPr>
              <a:t>Win + 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7518"/>
            <a:ext cx="4906267" cy="1728787"/>
          </a:xfrm>
          <a:prstGeom prst="roundRect">
            <a:avLst>
              <a:gd name="adj" fmla="val 88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20667" y="2521446"/>
            <a:ext cx="5761732" cy="2700783"/>
          </a:xfrm>
          <a:prstGeom prst="roundRect">
            <a:avLst>
              <a:gd name="adj" fmla="val 56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42659" y="3159621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2415" y="4195613"/>
            <a:ext cx="457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322171" y="4618434"/>
            <a:ext cx="838200" cy="289470"/>
          </a:xfrm>
          <a:prstGeom prst="roundRect">
            <a:avLst>
              <a:gd name="adj" fmla="val 19742"/>
            </a:avLst>
          </a:prstGeom>
          <a:solidFill>
            <a:srgbClr val="E2E8F0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ΕΝΌΤΗΤΑ 6: ΒΑΣΙΚΈΣ ΣΥΝΤΟΜΕΎΣΕΙΣ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Άσκηση 13: Power User Menu &amp; Κλείδωμα Οθόνης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321843"/>
            <a:ext cx="5347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ΕΚΦΏΝΗΣΗ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7593"/>
            <a:ext cx="4372867" cy="814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1E293B"/>
                </a:solidFill>
                <a:latin typeface="Plus Jakarta Sans"/>
              </a:rPr>
              <a:t>Ανοίξτε το μενού διαχειριστικών εργαλείων χωρίς ποντίκι και κλειδώστε άμεσα τον υπολογιστή για προστασία απορρήτου.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4992" y="2835771"/>
            <a:ext cx="605700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ΒΉΜΑΤΑ ΛΎΣΗΣ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159621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Power Menu: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για άμεσο μενού διαχειριστή.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582441"/>
            <a:ext cx="5228332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Επισκόπηση εργαλείων: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Πλοηγηθείτε σε Τερματικό, Διαχείριση Δίσκων κ.ά.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195613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Κλείσιμο μενού: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618434"/>
            <a:ext cx="6057007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Κλείδωμα οθόνης:</a:t>
            </a:r>
            <a:r>
              <a:rPr sz="1350" b="0" i="0" u="none">
                <a:solidFill>
                  <a:srgbClr val="0F172A"/>
                </a:solidFill>
                <a:latin typeface="Plus Jakarta Sans"/>
              </a:rPr>
              <a:t> Πατήστε (Lock Screen).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8859" y="3188196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Win +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8615" y="4224188"/>
            <a:ext cx="590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Esc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8371" y="4647009"/>
            <a:ext cx="971550" cy="232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0284C7"/>
                </a:solidFill>
                <a:latin typeface="JetBrains Mono"/>
              </a:rPr>
              <a:t>Win + 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67125" y="4529137"/>
            <a:ext cx="1885950" cy="276225"/>
          </a:xfrm>
          <a:prstGeom prst="roundRect">
            <a:avLst>
              <a:gd name="adj" fmla="val 20689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05475" y="4529137"/>
            <a:ext cx="838200" cy="276225"/>
          </a:xfrm>
          <a:prstGeom prst="roundRect">
            <a:avLst>
              <a:gd name="adj" fmla="val 20689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96075" y="4529137"/>
            <a:ext cx="838200" cy="276225"/>
          </a:xfrm>
          <a:prstGeom prst="roundRect">
            <a:avLst>
              <a:gd name="adj" fmla="val 20689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86675" y="4529137"/>
            <a:ext cx="838200" cy="276225"/>
          </a:xfrm>
          <a:prstGeom prst="roundRect">
            <a:avLst>
              <a:gd name="adj" fmla="val 20689"/>
            </a:avLst>
          </a:prstGeom>
          <a:solidFill>
            <a:srgbClr val="334155"/>
          </a:solidFill>
          <a:ln w="952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052637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2224087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52220" y="2967037"/>
            <a:ext cx="708740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Plus Jakarta Sans"/>
              </a:rPr>
              <a:t>Ολοκλήρωση Εργαστηρίου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3652837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Εξασκηθείτε συχνά στις συντομεύσεις πληκτρολογίου και στις τεχνικές διαχείρισης αρχείων για μέγιστη ταχύτητα και παραγωγικότητα στα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7581" y="4557712"/>
            <a:ext cx="22050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Ctrl + Shift + Esc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4557712"/>
            <a:ext cx="971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Win +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557712"/>
            <a:ext cx="971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Win +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4557712"/>
            <a:ext cx="971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JetBrains Mono"/>
              </a:rPr>
              <a:t>Win + 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1126</Words>
  <Application>Microsoft Office PowerPoint</Application>
  <PresentationFormat>Widescreen</PresentationFormat>
  <Paragraphs>166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Plus Jakarta Sans</vt:lpstr>
      <vt:lpstr>Arial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Michail Vlachos</cp:lastModifiedBy>
  <cp:revision>6</cp:revision>
  <dcterms:created xsi:type="dcterms:W3CDTF">2013-01-27T09:14:16Z</dcterms:created>
  <dcterms:modified xsi:type="dcterms:W3CDTF">2026-10-22T20:17:35Z</dcterms:modified>
  <cp:category/>
</cp:coreProperties>
</file>